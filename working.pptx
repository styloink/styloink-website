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354" r:id="rId12"/>
    <p:sldId id="259" r:id="rId6"/>
    <p:sldId id="358" r:id="rId16"/>
    <p:sldId id="355" r:id="rId13"/>
    <p:sldId id="359" r:id="rId17"/>
    <p:sldId id="360" r:id="rId18"/>
    <p:sldId id="361" r:id="rId19"/>
    <p:sldId id="362" r:id="rId20"/>
    <p:sldId id="363" r:id="rId21"/>
    <p:sldId id="356" r:id="rId14"/>
    <p:sldId id="364" r:id="rId22"/>
    <p:sldId id="263" r:id="rId7"/>
    <p:sldId id="368" r:id="rId26"/>
    <p:sldId id="365" r:id="rId23"/>
    <p:sldId id="357" r:id="rId15"/>
    <p:sldId id="366" r:id="rId24"/>
    <p:sldId id="367" r:id="rId25"/>
    <p:sldId id="353" r:id="rId8"/>
  </p:sldIdLst>
  <p:sldSz cx="15119985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ZYJZSJ.CN" TargetMode="External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hyperlink" Target="HTTP://ZYJZSJ.CN" TargetMode="External"/><Relationship Id="rId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5120620" cy="7560310"/>
          </a:xfrm>
          <a:prstGeom prst="rect">
            <a:avLst/>
          </a:prstGeom>
          <a:solidFill>
            <a:srgbClr val="766B56">
              <a:alpha val="8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rect 4"/>
          <p:cNvSpPr/>
          <p:nvPr/>
        </p:nvSpPr>
        <p:spPr>
          <a:xfrm>
            <a:off x="3779990" y="1676400"/>
            <a:ext cx="7559992" cy="3962400"/>
          </a:xfrm>
          <a:prstGeom prst="rect">
            <a:avLst/>
          </a:prstGeom>
          <a:solidFill>
            <a:srgbClr val="FFF10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157095" y="426720"/>
            <a:ext cx="10806430" cy="566420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404705" y="4352290"/>
            <a:ext cx="7560309" cy="1524000"/>
          </a:xfrm>
          <a:prstGeom prst="rect">
            <a:avLst/>
          </a:prstGeom>
          <a:solidFill>
            <a:srgbClr val="766B56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6285" algn="l" rtl="0" eaLnBrk="0">
              <a:lnSpc>
                <a:spcPts val="2085"/>
              </a:lnSpc>
            </a:pPr>
            <a:r>
              <a:rPr sz="3000" kern="0" spc="18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</a:t>
            </a:r>
            <a:r>
              <a:rPr sz="3000" kern="0" spc="1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775335" algn="l" rtl="0" eaLnBrk="0">
              <a:lnSpc>
                <a:spcPts val="4290"/>
              </a:lnSpc>
            </a:pPr>
            <a:r>
              <a:rPr sz="3000" kern="0" spc="1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PROPOSAL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519929" y="6204920"/>
            <a:ext cx="1910714" cy="814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20"/>
              </a:lnSpc>
            </a:pPr>
            <a:r>
              <a:rPr sz="1200" kern="0" spc="9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837690</a:t>
            </a:r>
            <a:endParaRPr sz="1200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415" algn="l" rtl="0" eaLnBrk="0">
              <a:lnSpc>
                <a:spcPct val="74000"/>
              </a:lnSpc>
              <a:spcBef>
                <a:spcPts val="195"/>
              </a:spcBef>
            </a:pPr>
            <a:r>
              <a:rPr sz="1200" kern="0" spc="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2">
                  <a:extLst>
                    <a:ext uri="{DAF060AB-1E55-43B9-8AAB-6FB025537F2F}">
                      <wpsdc:hlinkClr xmlns:wpsdc="http://www.wps.cn/officeDocument/2017/drawingmlCustomData" val="57585A"/>
                      <wpsdc:folHlinkClr xmlns:wpsdc="http://www.wps.cn/officeDocument/2017/drawingmlCustomData" val="57585A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200" kern="0" spc="-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2">
                  <a:extLst>
                    <a:ext uri="{DAF060AB-1E55-43B9-8AAB-6FB025537F2F}">
                      <wpsdc:hlinkClr xmlns:wpsdc="http://www.wps.cn/officeDocument/2017/drawingmlCustomData" val="57585A"/>
                      <wpsdc:folHlinkClr xmlns:wpsdc="http://www.wps.cn/officeDocument/2017/drawingmlCustomData" val="57585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kern="0" spc="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2">
                  <a:extLst>
                    <a:ext uri="{DAF060AB-1E55-43B9-8AAB-6FB025537F2F}">
                      <wpsdc:hlinkClr xmlns:wpsdc="http://www.wps.cn/officeDocument/2017/drawingmlCustomData" val="57585A"/>
                      <wpsdc:folHlinkClr xmlns:wpsdc="http://www.wps.cn/officeDocument/2017/drawingmlCustomData" val="57585A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200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415" algn="l" rtl="0" eaLnBrk="0">
              <a:lnSpc>
                <a:spcPts val="1720"/>
              </a:lnSpc>
              <a:spcBef>
                <a:spcPts val="220"/>
              </a:spcBef>
            </a:pPr>
            <a:r>
              <a:rPr sz="1200" kern="0" spc="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FAX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r>
              <a:rPr sz="1200" kern="0" spc="30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025</a:t>
            </a:r>
            <a:r>
              <a:rPr sz="1200" kern="0" spc="-12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84540119</a:t>
            </a:r>
            <a:r>
              <a:rPr sz="1200" kern="0" spc="-12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8019</a:t>
            </a:r>
            <a:endParaRPr sz="1200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415" algn="l" rtl="0" eaLnBrk="0">
              <a:lnSpc>
                <a:spcPct val="75000"/>
              </a:lnSpc>
              <a:spcBef>
                <a:spcPts val="205"/>
              </a:spcBef>
            </a:pPr>
            <a:r>
              <a:rPr sz="1200" kern="0" spc="7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r>
              <a:rPr sz="1200" kern="0" spc="-13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MAIL:nj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zy</a:t>
            </a:r>
            <a:r>
              <a:rPr sz="1200" kern="0" spc="-12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sj@126</a:t>
            </a:r>
            <a:r>
              <a:rPr sz="1200" kern="0" spc="-9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sz="1200" kern="0" spc="-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</a:t>
            </a:r>
            <a:endParaRPr sz="1200" kern="0" spc="60" dirty="0">
              <a:solidFill>
                <a:schemeClr val="bg1">
                  <a:alpha val="100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5551119" y="905291"/>
            <a:ext cx="1375410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6000"/>
              </a:lnSpc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800" b="1" kern="0" spc="2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</a:t>
            </a:r>
            <a:r>
              <a:rPr sz="1800" b="1" kern="0" spc="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</a:t>
            </a:r>
            <a:r>
              <a:rPr sz="1800" b="1" kern="0" spc="2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0"/>
              </a:spcBef>
            </a:pP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ZHONGYI</a:t>
            </a: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80002" y="457200"/>
            <a:ext cx="6012002" cy="710280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57212"/>
            <a:ext cx="9368993" cy="2018754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0545098" y="1356757"/>
            <a:ext cx="1875154" cy="5032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35" algn="l" rtl="0" eaLnBrk="0">
              <a:lnSpc>
                <a:spcPct val="83000"/>
              </a:lnSpc>
            </a:pPr>
            <a:r>
              <a:rPr sz="3600" b="1" kern="0" spc="-22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3600" b="1" kern="0" spc="30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600" b="1" kern="0" spc="-22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9215" algn="l" rtl="0" eaLnBrk="0">
              <a:lnSpc>
                <a:spcPct val="66000"/>
              </a:lnSpc>
              <a:spcBef>
                <a:spcPts val="1000"/>
              </a:spcBef>
            </a:pP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</a:t>
            </a:r>
            <a:r>
              <a:rPr sz="1500" kern="0" spc="2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</a:t>
            </a:r>
            <a:r>
              <a:rPr sz="1500" kern="0" spc="3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</a:t>
            </a:r>
            <a:r>
              <a:rPr sz="1500" kern="0" spc="1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1500" kern="0" spc="3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r>
              <a:rPr sz="1500" kern="0" spc="3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</a:t>
            </a:r>
            <a:r>
              <a:rPr sz="1500" kern="0" spc="18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endParaRPr sz="1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6000"/>
              </a:lnSpc>
              <a:spcBef>
                <a:spcPts val="42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公司简介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66000"/>
              </a:lnSpc>
              <a:spcBef>
                <a:spcPts val="135"/>
              </a:spcBef>
            </a:pPr>
            <a:r>
              <a:rPr sz="1000" kern="0" spc="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INTRODUCTI</a:t>
            </a:r>
            <a:r>
              <a:rPr sz="1000" kern="0" spc="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1000"/>
              </a:lnSpc>
              <a:spcBef>
                <a:spcPts val="420"/>
              </a:spcBef>
            </a:pP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 /</a:t>
            </a:r>
            <a:r>
              <a:rPr sz="1400" kern="0" spc="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96000"/>
              </a:lnSpc>
              <a:spcBef>
                <a:spcPts val="5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 VISION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</a:t>
            </a:r>
            <a:r>
              <a:rPr sz="10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4605" algn="l" rtl="0" eaLnBrk="0">
              <a:lnSpc>
                <a:spcPct val="87000"/>
              </a:lnSpc>
              <a:spcBef>
                <a:spcPts val="1350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68000"/>
              </a:lnSpc>
              <a:spcBef>
                <a:spcPts val="130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1000" kern="0" spc="1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10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WORKS&amp;OUR</a:t>
            </a:r>
            <a:r>
              <a:rPr sz="1000" kern="0" spc="1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3335" algn="l" rtl="0" eaLnBrk="0">
              <a:lnSpc>
                <a:spcPct val="87000"/>
              </a:lnSpc>
              <a:spcBef>
                <a:spcPts val="1470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我们的特点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200"/>
              </a:spcBef>
            </a:pPr>
            <a:r>
              <a:rPr sz="1000" kern="0" spc="7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10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7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CHARACTERISTICS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3335" algn="l" rtl="0" eaLnBrk="0">
              <a:lnSpc>
                <a:spcPct val="87000"/>
              </a:lnSpc>
              <a:spcBef>
                <a:spcPts val="133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我们的奖项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195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1000" kern="0" spc="2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ADWARDS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34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企业团队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285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TEAM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31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项目案例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220"/>
              </a:spcBef>
            </a:pPr>
            <a:r>
              <a:rPr sz="1000" kern="0" spc="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1000" kern="0" spc="18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PROJEC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3335" algn="l" rtl="0" eaLnBrk="0">
              <a:lnSpc>
                <a:spcPct val="88000"/>
              </a:lnSpc>
              <a:spcBef>
                <a:spcPts val="149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数字化业务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66000"/>
              </a:lnSpc>
              <a:spcBef>
                <a:spcPts val="220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DIGITAL</a:t>
            </a:r>
            <a:r>
              <a:rPr sz="1000" kern="0" spc="2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861714" y="3333157"/>
            <a:ext cx="2559050" cy="2545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建筑行业（建筑工程）甲级资质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0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风景园林工程设计专项乙级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60"/>
              </a:spcBef>
            </a:pPr>
            <a:r>
              <a:rPr sz="10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电力行业（送电工程</a:t>
            </a: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、变电工程）专业丙级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0"/>
              </a:spcBef>
            </a:pPr>
            <a:r>
              <a:rPr sz="10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人防工程乙级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0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公司成立于 19</a:t>
            </a:r>
            <a:r>
              <a:rPr sz="10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 年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60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国家高新技术企业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建筑高新技术企业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风景园林高新技术企业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人防高新技术企业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送变电新技术企业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3265201" y="6405416"/>
          <a:ext cx="1366520" cy="454025"/>
        </p:xfrm>
        <a:graphic>
          <a:graphicData uri="http://schemas.openxmlformats.org/drawingml/2006/table">
            <a:tbl>
              <a:tblPr/>
              <a:tblGrid>
                <a:gridCol w="1366520"/>
              </a:tblGrid>
              <a:tr h="450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66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2"/>
          <p:cNvSpPr/>
          <p:nvPr/>
        </p:nvSpPr>
        <p:spPr>
          <a:xfrm>
            <a:off x="8017205" y="45721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办公、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厂房建筑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68070" algn="l" rtl="0" eaLnBrk="0">
              <a:lnSpc>
                <a:spcPct val="66000"/>
              </a:lnSpc>
              <a:spcBef>
                <a:spcPts val="275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OFFIC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PLANT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住宅建筑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4420" algn="l" rtl="0" eaLnBrk="0">
              <a:lnSpc>
                <a:spcPct val="66000"/>
              </a:lnSpc>
              <a:spcBef>
                <a:spcPts val="350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RESIDENTIAL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1555996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生态建筑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275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ECOLOGICA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景观建筑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350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4340" algn="l" rtl="0" eaLnBrk="0">
              <a:lnSpc>
                <a:spcPct val="87000"/>
              </a:lnSpc>
              <a:spcBef>
                <a:spcPts val="5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7503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INTERIOR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8017205" y="3891750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442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RENOVATION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乡村建筑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4420" algn="l" rtl="0" eaLnBrk="0">
              <a:lnSpc>
                <a:spcPct val="66000"/>
              </a:lnSpc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RURAL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996004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医养建筑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6480" algn="l" rtl="0" eaLnBrk="0">
              <a:lnSpc>
                <a:spcPct val="66000"/>
              </a:lnSpc>
              <a:spcBef>
                <a:spcPts val="290"/>
              </a:spcBef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HEALTH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0765" algn="l" rtl="0" eaLnBrk="0">
              <a:lnSpc>
                <a:spcPct val="66000"/>
              </a:lnSpc>
              <a:spcBef>
                <a:spcPts val="175"/>
              </a:spcBef>
            </a:pPr>
            <a:r>
              <a:rPr sz="1200" kern="0" spc="8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SCHOOL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3996004" y="3891750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文体建筑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5664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r>
              <a:rPr sz="1200" kern="0" spc="1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SPORTS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56640" algn="l" rtl="0" eaLnBrk="0">
              <a:lnSpc>
                <a:spcPct val="66000"/>
              </a:lnSpc>
              <a:spcBef>
                <a:spcPts val="0"/>
              </a:spcBef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COMMERCIAL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447540" y="5296754"/>
            <a:ext cx="2505075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-10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项目案例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" algn="l" rtl="0" eaLnBrk="0">
              <a:lnSpc>
                <a:spcPct val="66000"/>
              </a:lnSpc>
              <a:spcBef>
                <a:spcPts val="695"/>
              </a:spcBef>
            </a:pPr>
            <a:r>
              <a:rPr sz="3000" kern="0" spc="1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64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PROJECT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rect 1782"/>
          <p:cNvSpPr/>
          <p:nvPr/>
        </p:nvSpPr>
        <p:spPr>
          <a:xfrm>
            <a:off x="3779990" y="12"/>
            <a:ext cx="7559992" cy="5634596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4" name="textbox 1784"/>
          <p:cNvSpPr/>
          <p:nvPr/>
        </p:nvSpPr>
        <p:spPr>
          <a:xfrm>
            <a:off x="6378072" y="4180411"/>
            <a:ext cx="2456814" cy="579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8000"/>
              </a:lnSpc>
            </a:pP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LINGJIAOSHI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66,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GUOCHUANGYUAN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8-B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73075" algn="l" rtl="0" eaLnBrk="0">
              <a:lnSpc>
                <a:spcPts val="1720"/>
              </a:lnSpc>
              <a:spcBef>
                <a:spcPts val="295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025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84540119</a:t>
            </a:r>
            <a:r>
              <a:rPr sz="1200" kern="0" spc="-1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8019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8185" algn="l" rtl="0" eaLnBrk="0">
              <a:lnSpc>
                <a:spcPct val="66000"/>
              </a:lnSpc>
              <a:spcBef>
                <a:spcPts val="0"/>
              </a:spcBef>
            </a:pP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www.ZYJZSJ.CN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786" name="picture 17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16685" y="3441605"/>
            <a:ext cx="486610" cy="4866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989445" y="2200910"/>
            <a:ext cx="1141095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6000"/>
              </a:lnSpc>
            </a:pPr>
            <a:r>
              <a:rPr lang="zh-CN" sz="1800" b="1" kern="0" spc="2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感谢观看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" name="textbox 132"/>
          <p:cNvSpPr/>
          <p:nvPr/>
        </p:nvSpPr>
        <p:spPr>
          <a:xfrm>
            <a:off x="8017205" y="45721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办公、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厂房建筑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68070" algn="l" rtl="0" eaLnBrk="0">
              <a:lnSpc>
                <a:spcPct val="66000"/>
              </a:lnSpc>
              <a:spcBef>
                <a:spcPts val="275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OFFIC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1200" kern="0" spc="1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PLANT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住宅建筑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4420" algn="l" rtl="0" eaLnBrk="0">
              <a:lnSpc>
                <a:spcPct val="66000"/>
              </a:lnSpc>
              <a:spcBef>
                <a:spcPts val="350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RESIDENTIAL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1555996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生态建筑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275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ECOLOGICA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景观建筑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350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4340" algn="l" rtl="0" eaLnBrk="0">
              <a:lnSpc>
                <a:spcPct val="87000"/>
              </a:lnSpc>
              <a:spcBef>
                <a:spcPts val="5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7503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INTERIOR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8017205" y="3891750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442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RENOVATION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乡村建筑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4420" algn="l" rtl="0" eaLnBrk="0">
              <a:lnSpc>
                <a:spcPct val="66000"/>
              </a:lnSpc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RURAL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996004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医养建筑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6480" algn="l" rtl="0" eaLnBrk="0">
              <a:lnSpc>
                <a:spcPct val="66000"/>
              </a:lnSpc>
              <a:spcBef>
                <a:spcPts val="290"/>
              </a:spcBef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HEALTH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40765" algn="l" rtl="0" eaLnBrk="0">
              <a:lnSpc>
                <a:spcPct val="66000"/>
              </a:lnSpc>
              <a:spcBef>
                <a:spcPts val="175"/>
              </a:spcBef>
            </a:pPr>
            <a:r>
              <a:rPr sz="1200" kern="0" spc="8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SCHOOL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3996004" y="3891750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文体建筑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5664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r>
              <a:rPr sz="1200" kern="0" spc="1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SPORTS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56640" algn="l" rtl="0" eaLnBrk="0">
              <a:lnSpc>
                <a:spcPct val="66000"/>
              </a:lnSpc>
              <a:spcBef>
                <a:spcPts val="0"/>
              </a:spcBef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COMMERCIAL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447540" y="5296754"/>
            <a:ext cx="2505075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-10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项目案例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" algn="l" rtl="0" eaLnBrk="0">
              <a:lnSpc>
                <a:spcPct val="66000"/>
              </a:lnSpc>
              <a:spcBef>
                <a:spcPts val="695"/>
              </a:spcBef>
            </a:pPr>
            <a:r>
              <a:rPr sz="3000" kern="0" spc="1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64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PROJECT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1817</Words>
  <Application>WPS 演示</Application>
  <PresentationFormat/>
  <Paragraphs>206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微软雅黑</vt:lpstr>
      <vt:lpstr>Times New Roman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Elena （LW）</cp:lastModifiedBy>
  <cp:revision>3</cp:revision>
  <dcterms:created xsi:type="dcterms:W3CDTF">2025-12-11T10:04:00Z</dcterms:created>
  <dcterms:modified xsi:type="dcterms:W3CDTF">2026-07-02T02:41:41Z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2025-12-12T10:03:43Z</vt:filetime>
  </property>
  <property fmtid="{D5CDD505-2E9C-101B-9397-08002B2CF9AE}" pid="4" name="ICV">
    <vt:lpwstr>B96C6275A3F743609F6A435C4E74A815_13</vt:lpwstr>
  </property>
  <property fmtid="{D5CDD505-2E9C-101B-9397-08002B2CF9AE}" pid="5" name="KSOProductBuildVer">
    <vt:lpwstr>2052-12.1.0.26895</vt:lpwstr>
  </property>
</Properties>
</file>